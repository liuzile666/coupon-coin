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090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bubble3D val="0"/>
            <c:spPr>
              <a:solidFill>
                <a:srgbClr val="EF4444"/>
              </a:solidFill>
              <a:effectLst/>
            </c:spPr>
          </c:dPt>
          <c:dPt>
            <c:idx val="7"/>
            <c:bubble3D val="0"/>
            <c:spPr>
              <a:solidFill>
                <a:srgbClr val="EC4899"/>
              </a:solidFill>
              <a:effectLst/>
            </c:spPr>
          </c:dPt>
          <c:dPt>
            <c:idx val="8"/>
            <c:bubble3D val="0"/>
            <c:spPr>
              <a:solidFill>
                <a:srgbClr val="6366F1"/>
              </a:solidFill>
              <a:effectLst/>
            </c:spPr>
          </c:dPt>
          <c:dPt>
            <c:idx val="9"/>
            <c:bubble3D val="0"/>
            <c:spPr>
              <a:solidFill>
                <a:srgbClr val="14B8A6"/>
              </a:solidFill>
              <a:effectLst/>
            </c:spPr>
          </c:dPt>
          <c:dPt>
            <c:idx val="10"/>
            <c:bubble3D val="0"/>
            <c:spPr>
              <a:solidFill>
                <a:srgbClr val="A855F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Public Sale</c:v>
                </c:pt>
                <c:pt idx="1">
                  <c:v>Team</c:v>
                </c:pt>
                <c:pt idx="2">
                  <c:v>Reserves</c:v>
                </c:pt>
                <c:pt idx="3">
                  <c:v>Liquidity</c:v>
                </c:pt>
                <c:pt idx="4">
                  <c:v>Staking</c:v>
                </c:pt>
                <c:pt idx="5">
                  <c:v>Marketing</c:v>
                </c:pt>
                <c:pt idx="6">
                  <c:v>Early Bird</c:v>
                </c:pt>
                <c:pt idx="7">
                  <c:v>Airdrop</c:v>
                </c:pt>
                <c:pt idx="8">
                  <c:v>Advisory</c:v>
                </c:pt>
                <c:pt idx="9">
                  <c:v>Seed</c:v>
                </c:pt>
                <c:pt idx="10">
                  <c:v>Influencer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20</c:v>
                </c:pt>
                <c:pt idx="1">
                  <c:v>15</c:v>
                </c:pt>
                <c:pt idx="2">
                  <c:v>15</c:v>
                </c:pt>
                <c:pt idx="3">
                  <c:v>13</c:v>
                </c:pt>
                <c:pt idx="4">
                  <c:v>8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Lockers Deployed</c:v>
                </c:pt>
              </c:strCache>
            </c:strRef>
          </c:tx>
          <c:spPr>
            <a:solidFill>
              <a:srgbClr val="2E5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5000</c:v>
                </c:pt>
                <c:pt idx="2">
                  <c:v>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Annual Revenue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</c:v>
                </c:pt>
                <c:pt idx="1">
                  <c:v>400000</c:v>
                </c:pt>
                <c:pt idx="2">
                  <c:v>2000000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1622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COIN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Blockchain-Based Coupon Token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Smart Locker Ecosystems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Carry Limited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 | 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4389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Carry Limited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revolutionary smart locker platform aligned with ESG principles, providing temporary storage services to communities worldwide.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(Y-Protocol)  |  NB-IoT  |  Wireless  |  Battery-Powered  |  Modular Design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power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year battery lifespan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&amp; rapidly deployable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Patent-pending 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1371600"/>
            <a:ext cx="54864" cy="10515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6235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Locations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60604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26060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2715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1,300+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235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Lockers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384048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384048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950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2356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"Free Your Hands, Hold Your Love"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Traction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Hong Kong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Park, Cheung Chau, Stadiums, Roller Skating School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554480"/>
            <a:ext cx="1280160" cy="320040"/>
          </a:xfrm>
          <a:prstGeom prst="rect">
            <a:avLst>
              <a:gd name="adj" fmla="val 8571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240280"/>
            <a:ext cx="54864" cy="7315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13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Indonesia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lockers contracted (Surabaya, Al-Akbar Mosque, ITS)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423160"/>
            <a:ext cx="1280160" cy="320040"/>
          </a:xfrm>
          <a:prstGeom prst="rect">
            <a:avLst>
              <a:gd name="adj" fmla="val 8571"/>
            </a:avLst>
          </a:prstGeom>
          <a:solidFill>
            <a:srgbClr val="2E5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423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108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locker-friendly market globally; actively negotiating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291840"/>
            <a:ext cx="1280160" cy="320040"/>
          </a:xfrm>
          <a:prstGeom prst="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977640"/>
            <a:ext cx="54864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 Asia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 following Indonesia proof-of-concept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4160520"/>
            <a:ext cx="1280160" cy="320040"/>
          </a:xfrm>
          <a:prstGeom prst="rect">
            <a:avLst>
              <a:gd name="adj" fmla="val 8571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160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2926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Coupons fragmented, expire unused, non-transferable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2194560" cy="3657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37160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acquisition costs; no tracking of coupon ROI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3017520"/>
            <a:ext cx="2194560" cy="3657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118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Acquisition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54864" cy="29260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Locker Operators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stickiness; single revenue stream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2194560" cy="3657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1x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Channel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Selection: Why Solana?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Ethereum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BNB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Gas Fee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$2-50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~0.4s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Standard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ERC-20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ERC-20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DEX Ecosystem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Raydium, Jupiter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Uniswap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QuickSwap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PancakeSwap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 for Micro-Payments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70332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offers the highest throughput, lowest transaction costs, and sub-second finality — ideal for high-frequency, low-value locker payment transactions.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Research &amp; Academic Foundation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685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Deloitte (2024)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4447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reduces loyalty programme costs by automating settlements, enabling cross-brand redemption, and eliminating fraud via immutable records.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94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Ecoupon-Chain (2023)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2677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study demonstrating decentralised e-coupon systems achieve higher redemption rates through smart contract rule enforcement.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1752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IEEE Smart Lockers (2025)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0906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blockchain smart contracts with parcel locker systems enhances trust, transparency, and operational efficiency.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8404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BCII Coupon Token (2026)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9136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NASDAQ-announced coupon token model validating the market appetite for blockchain-based shareholder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Design Philosophy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8745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Utility-First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0116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is a utility token, not a security. Every token has a clear use case within the ecosystem.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37160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862072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Real-Asset Anchoring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62072" y="20116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value is anchored to real physical locker usage, not speculation alone.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874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Dual-Token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0116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for circulation + Locker Token for asset representation creates layered value.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37160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976872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Deflationary by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76872" y="20116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burn + buyback mechanisms ensure sustainable long-term value.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Lockers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 Carry + CPC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 / cards / fixed fee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tokens + fiat with token rewards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Loyalty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Tiered membership + token incentives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installation, AC power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Wireless, battery-powered, modular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stream (usage fee)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Multi-stream (usage, ads, merchant fees, data)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Interoperability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Standalone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Cross-merchant token ecosystem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electronic locks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NFC Y-Protocol + NB-IoT + Blockchain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Specification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4572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87452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47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947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31343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86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(SPL Token)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75234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8254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825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19125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6301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Price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CPC = 0.10 USDT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06908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4142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20,000,000 USDT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137160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371600"/>
            <a:ext cx="54864" cy="14630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585216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 Supply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301752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30175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108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$20M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585216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Diluted 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Distribution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1426464"/>
            <a:ext cx="182880" cy="1828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1371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Fundraising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8952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 (40M)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1883664"/>
            <a:ext cx="18288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Rewards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1828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(30M)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2340864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Reserves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2286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(30M)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2798064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525780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Provision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0" y="2743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 (26M)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37760" y="3255264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525780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Rewards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89520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 (16M)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3712464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5257800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89520" y="3657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 (12M)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937760" y="4169664"/>
            <a:ext cx="182880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5"/>
          <p:cNvSpPr/>
          <p:nvPr/>
        </p:nvSpPr>
        <p:spPr>
          <a:xfrm>
            <a:off x="525780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Bird / Airdrop / Advisory / Seed / Influencer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89520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  (56M)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Sustainability Mechanisms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447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 Auto-Burn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CPC transfer automatically burns 2%, permanently reducing supply.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5420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 Buyback Fund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926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of all raised capital dedicated to market buyback and token destruction.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661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63931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Inactivity Reclaim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023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Unclaimed airdrops after 12 months return to ecosystem reserve.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Dual-Token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374904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Coin (CPC)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utility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for locker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Cross-merchant redemption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&amp; governance rights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Deflationary (2% auto-burn)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3749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Locker Token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Minted by staking 1,000 CPC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physical locker ownership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Earns CPC when locker is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reward to user, 10% to holder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Redeemable back to CPC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Launch Roadmap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45920"/>
            <a:ext cx="640080" cy="64008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6459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SPL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6459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1460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6459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6616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6459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6459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3796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16459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2084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196596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16459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79552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1417320"/>
            <a:ext cx="128016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12801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3291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setup, whitepaper, testnet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launch, Early Bird Sale, DEX listing (Raydium)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Sale, first CEX (MEXC/Gate.io), locker rewards live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2027+: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Multi-CEX expansion, Trading Bot, Y Carry Chain, Japan/SEA rollout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SPL Token  |  Metaplex Metadata  |  Smart Contracts (Vesting, Reward, Buyback, Staking)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(iOS/Android)  |  Mini-Programme  |  Embedded MPC Wallet  |  Merchant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6616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/ Physical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Y-Protocol  |  NB-IoT / 4G  |  MQTT Communication  |  QR Access  |  Modular Lockers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Listing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Raydium  |  Jupiter  |  DexScreener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$5K-10K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44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venues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194560"/>
            <a:ext cx="54864" cy="685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Small CEX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MEXC  |  Gate.io  |  BitMart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$30K-100K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2267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venues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017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01752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Mid CEX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KuCoin  |  Bybit  |  HTX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$100K-500K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H1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venues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84048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Major CEX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17520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 |  Coinbase  |  OKX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$500K-2M+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venues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4864" cy="685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Locker Usage Fees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Fiat + CPC payments for storage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554480"/>
            <a:ext cx="1280160" cy="274320"/>
          </a:xfrm>
          <a:prstGeom prst="rect">
            <a:avLst>
              <a:gd name="adj" fmla="val 10000"/>
            </a:avLst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194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Revenue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and locker-surface ad placements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377440"/>
            <a:ext cx="1280160" cy="274320"/>
          </a:xfrm>
          <a:prstGeom prst="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01752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Processing Fees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383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1-3% commission on partner transactions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200400"/>
            <a:ext cx="1280160" cy="274320"/>
          </a:xfrm>
          <a:prstGeom prst="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8404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913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 Services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206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user insights for facility operators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4023360"/>
            <a:ext cx="1280160" cy="27432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023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Initial phase prioritises user growth over profitability. Revenue scaling expected from Year 2.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Financial Projections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40080" y="128016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Lockers Deployed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54880" y="128016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75488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Revenue (USD)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 (Conservative):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HK pilot only; 500 lockers; avg. 3 uses/locker/day; HKD 10 avg. ticket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2: Indonesia rollout; 5K lockers; advertising revenue begins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3: Japan entry; merchant alliance; token economy at scale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Analysis &amp; Regulatory Compliance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reclassification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Utility-only design; offshore entity; legal opinion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contract vulnerability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Third-party audit (CertiK/OtterSec); multi-sig; bug bounty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shortfall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 allocation to LP; market maker partnerships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price volatility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Buyback mechanism; real-usage anchoring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start adoption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rewards; airdrops; merchant subsidies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47472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5661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Strategy: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Dual-track model — domestic markets use points-based system; international markets use on-chain CPC tokens. Token-issuing entity registered in Singapore/BVI, separate from HK operating company.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Coin  |  Y Carry Limited  |  Confidential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Trajectory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(Year 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+ Indonesia pilot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token launch &amp; first CEX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merchant alliance (5-10 partners)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716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Mid-Term (Year 2-3)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011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+ broader SEA expansion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25,000+ lockers deployed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Carry-T Trading Bot launch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(Year 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Carry Chain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exchange &amp; wallet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 lockers, 10M daily users globally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Steady, data-driven growth. Prove unit economics at each stage before scaling.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16223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"Free Your Hands, Hold Your Love"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jimmy.chan@YCarry.club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Carry Limited  |  Hong Kong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Coupon Coin — Project Presentation</dc:title>
  <dc:subject>PptxGenJS Presentation</dc:subject>
  <dc:creator>Y Carry Limited</dc:creator>
  <cp:lastModifiedBy>Y Carry Limited</cp:lastModifiedBy>
  <cp:revision>1</cp:revision>
  <dcterms:created xsi:type="dcterms:W3CDTF">2026-04-08T06:56:13Z</dcterms:created>
  <dcterms:modified xsi:type="dcterms:W3CDTF">2026-04-08T06:56:13Z</dcterms:modified>
</cp:coreProperties>
</file>